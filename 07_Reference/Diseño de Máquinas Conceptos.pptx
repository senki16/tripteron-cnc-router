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59" r:id="rId4"/>
    <p:sldId id="260" r:id="rId5"/>
    <p:sldId id="262" r:id="rId6"/>
    <p:sldId id="267" r:id="rId7"/>
    <p:sldId id="266" r:id="rId8"/>
    <p:sldId id="263" r:id="rId9"/>
    <p:sldId id="268" r:id="rId10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83931-BBF3-93BE-C44C-C7E853A8F3A8}" v="184" dt="2024-02-12T04:43:16.466"/>
    <p1510:client id="{60111CC3-7678-C237-BEC9-2B5C3B56847D}" v="24" dt="2024-02-12T01:54:20.747"/>
    <p1510:client id="{7A651DD1-6285-C782-642B-D2B946F88BE7}" v="17" dt="2024-02-11T20:27:41.470"/>
    <p1510:client id="{B04269C1-586C-4956-D185-9F6C359B4A67}" v="8" dt="2024-02-11T23:15:09.3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7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653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95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567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596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58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54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762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5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259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08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96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ll3dp.com/2/tripteron-3d-printer-simply-explained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319428" y="2077702"/>
            <a:ext cx="6509936" cy="1311547"/>
          </a:xfrm>
        </p:spPr>
        <p:txBody>
          <a:bodyPr/>
          <a:lstStyle/>
          <a:p>
            <a:r>
              <a:rPr lang="es-ES">
                <a:ea typeface="Calibri Light"/>
                <a:cs typeface="Calibri Light"/>
              </a:rPr>
              <a:t>Concepto de la Máquina Ruteadora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19428" y="3391942"/>
            <a:ext cx="6513474" cy="1386947"/>
          </a:xfrm>
        </p:spPr>
        <p:txBody>
          <a:bodyPr vert="horz" lIns="68580" tIns="0" rIns="68580" bIns="34290" rtlCol="0" anchor="t">
            <a:normAutofit/>
          </a:bodyPr>
          <a:lstStyle/>
          <a:p>
            <a:pPr algn="just"/>
            <a:r>
              <a:rPr lang="es-ES" sz="1200"/>
              <a:t>INTEGRANTES:</a:t>
            </a:r>
            <a:br>
              <a:rPr lang="es-ES" sz="1200"/>
            </a:br>
            <a:r>
              <a:rPr lang="es-ES" sz="1200"/>
              <a:t>-German Gabriel Riaño Barrera   -Ronny Antonio Bueno</a:t>
            </a:r>
            <a:endParaRPr lang="es-ES"/>
          </a:p>
          <a:p>
            <a:pPr algn="just"/>
            <a:r>
              <a:rPr lang="es-ES" sz="1200"/>
              <a:t>-David Zuluaga Henao                    -David </a:t>
            </a:r>
            <a:r>
              <a:rPr lang="es-ES" sz="1200" err="1"/>
              <a:t>Amell</a:t>
            </a:r>
            <a:r>
              <a:rPr lang="es-ES" sz="1200"/>
              <a:t> Osorio</a:t>
            </a:r>
          </a:p>
          <a:p>
            <a:pPr algn="just"/>
            <a:r>
              <a:rPr lang="es-ES" sz="1200"/>
              <a:t>-Juan José García                              -Juan Manuel Rodríguez</a:t>
            </a:r>
          </a:p>
          <a:p>
            <a:pPr algn="just"/>
            <a:r>
              <a:rPr lang="es-ES" sz="1200"/>
              <a:t>-Sebastián Rincón Martínez</a:t>
            </a:r>
          </a:p>
          <a:p>
            <a:endParaRPr lang="es-ES" sz="1200"/>
          </a:p>
          <a:p>
            <a:endParaRPr lang="es-ES" sz="1050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E52E72-5B53-8169-4C6E-EE8D867D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Calibri Light"/>
                <a:cs typeface="Calibri Light"/>
              </a:rPr>
              <a:t>¿QUÉ TIPO DE MÁQUINA USAREMOS?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A0E2C-8639-147A-4735-8916FB228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3997" y="-255742"/>
            <a:ext cx="4711405" cy="3936467"/>
          </a:xfrm>
        </p:spPr>
        <p:txBody>
          <a:bodyPr/>
          <a:lstStyle/>
          <a:p>
            <a:r>
              <a:rPr lang="es-ES" sz="1800"/>
              <a:t>Máquina Tripteron:</a:t>
            </a:r>
            <a:br>
              <a:rPr lang="es-ES"/>
            </a:br>
            <a:endParaRPr lang="es-ES"/>
          </a:p>
        </p:txBody>
      </p:sp>
      <p:pic>
        <p:nvPicPr>
          <p:cNvPr id="6" name="Imagen 5" descr="Imagen que contiene lego, gato&#10;&#10;Descripción generada automáticamente">
            <a:extLst>
              <a:ext uri="{FF2B5EF4-FFF2-40B4-BE49-F238E27FC236}">
                <a16:creationId xmlns:a16="http://schemas.microsoft.com/office/drawing/2014/main" id="{1A5B71E2-2B77-E10B-6541-394015603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117" y="2353070"/>
            <a:ext cx="4214836" cy="264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62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8749C-5A65-8B83-EAEC-2F580509A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Calibri Light"/>
                <a:cs typeface="Calibri Light"/>
              </a:rPr>
              <a:t>Propuestas Individuales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0C582B-71CA-4658-9592-3BBB939CB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German Gabriel Riaño barrera</a:t>
            </a:r>
          </a:p>
        </p:txBody>
      </p:sp>
      <p:pic>
        <p:nvPicPr>
          <p:cNvPr id="9" name="Marcador de contenido 8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67FC8C8D-C56C-36D6-D4A6-61AB73E807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92408" y="1486218"/>
            <a:ext cx="1892901" cy="2109646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F8DD76F-E8F8-6CCD-E417-73D2AE3A0A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/>
              <a:t>Ronny Antonio bueno</a:t>
            </a:r>
          </a:p>
        </p:txBody>
      </p:sp>
      <p:pic>
        <p:nvPicPr>
          <p:cNvPr id="8" name="Marcador de contenido 7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D033C7F7-F7B5-D463-7434-385A893A57B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094657" y="4278402"/>
            <a:ext cx="1968689" cy="2294861"/>
          </a:xfrm>
        </p:spPr>
      </p:pic>
    </p:spTree>
    <p:extLst>
      <p:ext uri="{BB962C8B-B14F-4D97-AF65-F5344CB8AC3E}">
        <p14:creationId xmlns:p14="http://schemas.microsoft.com/office/powerpoint/2010/main" val="160365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E962A-E402-EF81-BBBF-2D17F0438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Calibri Light"/>
                <a:cs typeface="Calibri Light"/>
              </a:rPr>
              <a:t>Propuestas individuales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20797E-924C-FAAB-52BF-3B3D7F10D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David Amell Osorio</a:t>
            </a:r>
          </a:p>
        </p:txBody>
      </p:sp>
      <p:pic>
        <p:nvPicPr>
          <p:cNvPr id="10" name="Marcador de contenido 9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917C2EEA-266C-E8FA-78AB-F0C26F49481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32646" y="1398911"/>
            <a:ext cx="2304539" cy="2271977"/>
          </a:xfr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290331-6657-A4BD-80A3-FF638310B7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ES"/>
              <a:t>Juan José García</a:t>
            </a:r>
          </a:p>
        </p:txBody>
      </p:sp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87801C2B-5EE0-366B-7BAA-29447C4A9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283" y="4226092"/>
            <a:ext cx="1460021" cy="2506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2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C8A5E-69FE-2A7C-145E-EDA6B64E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Calibri Light"/>
                <a:cs typeface="Calibri Light"/>
              </a:rPr>
              <a:t>Propuestas individuales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EEE66-89CE-43C1-9943-DEB76A55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2664" y="1815581"/>
            <a:ext cx="3805123" cy="685800"/>
          </a:xfrm>
        </p:spPr>
        <p:txBody>
          <a:bodyPr/>
          <a:lstStyle/>
          <a:p>
            <a:r>
              <a:rPr lang="es-ES"/>
              <a:t>Juan Manuel Rodríguez</a:t>
            </a:r>
          </a:p>
        </p:txBody>
      </p:sp>
      <p:pic>
        <p:nvPicPr>
          <p:cNvPr id="7" name="Marcador de contenido 6" descr="Gráfico, Gráfico radial&#10;&#10;Descripción generada automáticamente">
            <a:extLst>
              <a:ext uri="{FF2B5EF4-FFF2-40B4-BE49-F238E27FC236}">
                <a16:creationId xmlns:a16="http://schemas.microsoft.com/office/drawing/2014/main" id="{0DA98987-A162-6931-2AE0-31BF3BB0CCF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93415" y="2820865"/>
            <a:ext cx="4579314" cy="2575148"/>
          </a:xfrm>
        </p:spPr>
      </p:pic>
    </p:spTree>
    <p:extLst>
      <p:ext uri="{BB962C8B-B14F-4D97-AF65-F5344CB8AC3E}">
        <p14:creationId xmlns:p14="http://schemas.microsoft.com/office/powerpoint/2010/main" val="1506004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C8A5E-69FE-2A7C-145E-EDA6B64E0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Calibri Light"/>
                <a:cs typeface="Calibri Light"/>
              </a:rPr>
              <a:t>Propuestas individuales</a:t>
            </a:r>
            <a:endParaRPr lang="es-E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03C4B62-6C8C-DA50-F2BF-2E4EC5898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36092" y="180085"/>
            <a:ext cx="3819675" cy="685800"/>
          </a:xfrm>
        </p:spPr>
        <p:txBody>
          <a:bodyPr/>
          <a:lstStyle/>
          <a:p>
            <a:r>
              <a:rPr lang="es-ES"/>
              <a:t>David Zuluaga Henao</a:t>
            </a:r>
          </a:p>
        </p:txBody>
      </p:sp>
      <p:pic>
        <p:nvPicPr>
          <p:cNvPr id="4" name="Marcador de contenido 3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2C44148F-5917-7B19-0704-D129E1B64D6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4637967" y="758172"/>
            <a:ext cx="3458300" cy="2886513"/>
          </a:xfrm>
        </p:spPr>
      </p:pic>
      <p:pic>
        <p:nvPicPr>
          <p:cNvPr id="11" name="Imagen 10" descr="Imagen que contiene interior, pequeño, juguete, tabla&#10;&#10;Descripción generada automáticamente">
            <a:extLst>
              <a:ext uri="{FF2B5EF4-FFF2-40B4-BE49-F238E27FC236}">
                <a16:creationId xmlns:a16="http://schemas.microsoft.com/office/drawing/2014/main" id="{A1E512A8-B6E9-8822-D0EC-037E63B5A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157" y="3718771"/>
            <a:ext cx="3595541" cy="2893735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5570619-181C-ECA4-439D-D73C865022E4}"/>
              </a:ext>
            </a:extLst>
          </p:cNvPr>
          <p:cNvSpPr txBox="1"/>
          <p:nvPr/>
        </p:nvSpPr>
        <p:spPr>
          <a:xfrm>
            <a:off x="4947644" y="6391065"/>
            <a:ext cx="26889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dirty="0"/>
              <a:t>Imagen de apoyo 3 ejes verticales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56EF5F7-6DF1-440F-3AC7-2623B2F439D4}"/>
              </a:ext>
            </a:extLst>
          </p:cNvPr>
          <p:cNvSpPr txBox="1"/>
          <p:nvPr/>
        </p:nvSpPr>
        <p:spPr>
          <a:xfrm>
            <a:off x="4876943" y="3292002"/>
            <a:ext cx="38319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1200" dirty="0"/>
              <a:t>Boceto 2 ejes verticales uno horizontal</a:t>
            </a:r>
          </a:p>
        </p:txBody>
      </p:sp>
    </p:spTree>
    <p:extLst>
      <p:ext uri="{BB962C8B-B14F-4D97-AF65-F5344CB8AC3E}">
        <p14:creationId xmlns:p14="http://schemas.microsoft.com/office/powerpoint/2010/main" val="3874382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DAE7AD-CDA4-F5F2-5759-D04E56BB8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>
                <a:ea typeface="Calibri Light"/>
                <a:cs typeface="Calibri Light"/>
              </a:rPr>
              <a:t>PROPUESTAS INDIVIDUALES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C290F6-5790-E1A9-A994-B22FF7ABA9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Sebastián Rincón Martínez</a:t>
            </a:r>
          </a:p>
        </p:txBody>
      </p:sp>
      <p:pic>
        <p:nvPicPr>
          <p:cNvPr id="7" name="Marcador de contenido 6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1B447EA2-96A7-9624-9187-8AD5646E1A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70965" y="1906013"/>
            <a:ext cx="3520550" cy="2837737"/>
          </a:xfrm>
        </p:spPr>
      </p:pic>
    </p:spTree>
    <p:extLst>
      <p:ext uri="{BB962C8B-B14F-4D97-AF65-F5344CB8AC3E}">
        <p14:creationId xmlns:p14="http://schemas.microsoft.com/office/powerpoint/2010/main" val="290512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899734C-500F-4274-9854-8BFA14A1D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51970" y="1747113"/>
            <a:ext cx="6636259" cy="3358450"/>
            <a:chOff x="1669293" y="1186483"/>
            <a:chExt cx="8848345" cy="44779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07BF51-2934-47AD-A415-7400882F1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D6E3DF0-EDC0-458B-9C5B-911814F0A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0824B1-47C9-4504-99FB-CB150519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3678BA-0A50-4D51-9E9E-08BB66F83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313" y="1747113"/>
            <a:ext cx="2866948" cy="3358450"/>
            <a:chOff x="807084" y="1186483"/>
            <a:chExt cx="3822597" cy="447793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1A8F65D-5E8F-4CA5-9240-1357120F9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531" y="1186483"/>
              <a:ext cx="3821702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Isosceles Triangle 39">
              <a:extLst>
                <a:ext uri="{FF2B5EF4-FFF2-40B4-BE49-F238E27FC236}">
                  <a16:creationId xmlns:a16="http://schemas.microsoft.com/office/drawing/2014/main" id="{2A4731E5-DE5F-4215-9525-99426B3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514766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78866D-C5E9-4968-BEF7-B1F030808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084" y="1991156"/>
              <a:ext cx="382259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F51791B-9957-D345-644B-96001C8F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62" y="2413878"/>
            <a:ext cx="2740927" cy="1532044"/>
          </a:xfrm>
        </p:spPr>
        <p:txBody>
          <a:bodyPr vert="horz" lIns="171450" tIns="171450" rIns="17145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450">
                <a:ea typeface="Calibri Light"/>
                <a:cs typeface="Calibri Light"/>
              </a:rPr>
              <a:t>PROPUESTA QUE SE CONSTRUIRÁ: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EBC390-35FD-FAEE-0604-DF193F540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1563" y="4009296"/>
            <a:ext cx="2740926" cy="769594"/>
          </a:xfrm>
        </p:spPr>
        <p:txBody>
          <a:bodyPr vert="horz" lIns="68580" tIns="0" rIns="68580" bIns="34290" rtlCol="0" anchor="t">
            <a:normAutofit fontScale="92500"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err="1">
                <a:solidFill>
                  <a:srgbClr val="FFFEFF"/>
                </a:solidFill>
              </a:rPr>
              <a:t>Fácil</a:t>
            </a:r>
            <a:r>
              <a:rPr lang="en-US">
                <a:solidFill>
                  <a:srgbClr val="FFFEFF"/>
                </a:solidFill>
              </a:rPr>
              <a:t> de </a:t>
            </a:r>
            <a:r>
              <a:rPr lang="en-US" err="1">
                <a:solidFill>
                  <a:srgbClr val="FFFEFF"/>
                </a:solidFill>
              </a:rPr>
              <a:t>fabricar</a:t>
            </a:r>
            <a:r>
              <a:rPr lang="en-US">
                <a:solidFill>
                  <a:srgbClr val="FFFEFF"/>
                </a:solidFill>
              </a:rPr>
              <a:t> - </a:t>
            </a:r>
            <a:r>
              <a:rPr lang="en-US" err="1">
                <a:solidFill>
                  <a:srgbClr val="FFFEFF"/>
                </a:solidFill>
              </a:rPr>
              <a:t>Fácil</a:t>
            </a:r>
            <a:r>
              <a:rPr lang="en-US">
                <a:solidFill>
                  <a:srgbClr val="FFFEFF"/>
                </a:solidFill>
              </a:rPr>
              <a:t> de </a:t>
            </a:r>
            <a:r>
              <a:rPr lang="en-US" err="1">
                <a:solidFill>
                  <a:srgbClr val="FFFEFF"/>
                </a:solidFill>
              </a:rPr>
              <a:t>acomodar</a:t>
            </a:r>
            <a:r>
              <a:rPr lang="en-US">
                <a:solidFill>
                  <a:srgbClr val="FFFEFF"/>
                </a:solidFill>
              </a:rPr>
              <a:t> </a:t>
            </a:r>
            <a:r>
              <a:rPr lang="en-US" err="1">
                <a:solidFill>
                  <a:srgbClr val="FFFEFF"/>
                </a:solidFill>
              </a:rPr>
              <a:t>conexiones</a:t>
            </a:r>
            <a:r>
              <a:rPr lang="en-US">
                <a:solidFill>
                  <a:srgbClr val="FFFEFF"/>
                </a:solidFill>
              </a:rPr>
              <a:t> y </a:t>
            </a:r>
            <a:r>
              <a:rPr lang="en-US" err="1">
                <a:solidFill>
                  <a:srgbClr val="FFFEFF"/>
                </a:solidFill>
              </a:rPr>
              <a:t>controles</a:t>
            </a:r>
            <a:r>
              <a:rPr lang="en-US">
                <a:solidFill>
                  <a:srgbClr val="FFFEFF"/>
                </a:solidFill>
              </a:rPr>
              <a:t> – </a:t>
            </a:r>
            <a:r>
              <a:rPr lang="en-US" err="1">
                <a:solidFill>
                  <a:srgbClr val="FFFEFF"/>
                </a:solidFill>
              </a:rPr>
              <a:t>Facilita</a:t>
            </a:r>
            <a:r>
              <a:rPr lang="en-US">
                <a:solidFill>
                  <a:srgbClr val="FFFEFF"/>
                </a:solidFill>
              </a:rPr>
              <a:t> la </a:t>
            </a:r>
            <a:r>
              <a:rPr lang="en-US" err="1">
                <a:solidFill>
                  <a:srgbClr val="FFFEFF"/>
                </a:solidFill>
              </a:rPr>
              <a:t>programación</a:t>
            </a:r>
            <a:r>
              <a:rPr lang="en-US">
                <a:solidFill>
                  <a:srgbClr val="FFFEFF"/>
                </a:solidFill>
              </a:rPr>
              <a:t> de </a:t>
            </a:r>
            <a:r>
              <a:rPr lang="en-US" err="1">
                <a:solidFill>
                  <a:srgbClr val="FFFEFF"/>
                </a:solidFill>
              </a:rPr>
              <a:t>los</a:t>
            </a:r>
            <a:r>
              <a:rPr lang="en-US">
                <a:solidFill>
                  <a:srgbClr val="FFFEFF"/>
                </a:solidFill>
              </a:rPr>
              <a:t> </a:t>
            </a:r>
            <a:r>
              <a:rPr lang="en-US" err="1">
                <a:solidFill>
                  <a:srgbClr val="FFFEFF"/>
                </a:solidFill>
              </a:rPr>
              <a:t>brazos</a:t>
            </a:r>
            <a:endParaRPr lang="en-US">
              <a:solidFill>
                <a:srgbClr val="FFFEFF"/>
              </a:solidFill>
            </a:endParaRPr>
          </a:p>
        </p:txBody>
      </p:sp>
      <p:pic>
        <p:nvPicPr>
          <p:cNvPr id="3" name="Imagen 2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792C213C-0FDB-6164-8551-512F39739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017" y="2412894"/>
            <a:ext cx="2073097" cy="232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75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A899734C-500F-4274-9854-8BFA14A1D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51970" y="1747113"/>
            <a:ext cx="6636259" cy="3358450"/>
            <a:chOff x="1669293" y="1186483"/>
            <a:chExt cx="8848345" cy="44779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F07BF51-2934-47AD-A415-7400882F14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DD6E3DF0-EDC0-458B-9C5B-911814F0A6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0824B1-47C9-4504-99FB-CB150519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83678BA-0A50-4D51-9E9E-08BB66F83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313" y="1747113"/>
            <a:ext cx="2866948" cy="3358450"/>
            <a:chOff x="807084" y="1186483"/>
            <a:chExt cx="3822597" cy="4477933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F1A8F65D-5E8F-4CA5-9240-1357120F93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531" y="1186483"/>
              <a:ext cx="3821702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Isosceles Triangle 39">
              <a:extLst>
                <a:ext uri="{FF2B5EF4-FFF2-40B4-BE49-F238E27FC236}">
                  <a16:creationId xmlns:a16="http://schemas.microsoft.com/office/drawing/2014/main" id="{2A4731E5-DE5F-4215-9525-99426B390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514766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478866D-C5E9-4968-BEF7-B1F030808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7084" y="1991156"/>
              <a:ext cx="382259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F51791B-9957-D345-644B-96001C8FD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562" y="2413878"/>
            <a:ext cx="2740927" cy="1532044"/>
          </a:xfrm>
        </p:spPr>
        <p:txBody>
          <a:bodyPr vert="horz" lIns="171450" tIns="171450" rIns="17145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450" dirty="0" err="1">
                <a:ea typeface="Calibri Light"/>
                <a:cs typeface="Calibri Light"/>
              </a:rPr>
              <a:t>Referencias</a:t>
            </a:r>
          </a:p>
        </p:txBody>
      </p:sp>
      <p:sp>
        <p:nvSpPr>
          <p:cNvPr id="7" name="CuadroTexto 13">
            <a:extLst>
              <a:ext uri="{FF2B5EF4-FFF2-40B4-BE49-F238E27FC236}">
                <a16:creationId xmlns:a16="http://schemas.microsoft.com/office/drawing/2014/main" id="{CDE78AF0-018D-E779-D5C3-7A86DEE62A77}"/>
              </a:ext>
            </a:extLst>
          </p:cNvPr>
          <p:cNvSpPr txBox="1"/>
          <p:nvPr/>
        </p:nvSpPr>
        <p:spPr>
          <a:xfrm>
            <a:off x="4204330" y="2735320"/>
            <a:ext cx="3683000" cy="138499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Referencia render</a:t>
            </a:r>
          </a:p>
          <a:p>
            <a:pPr marL="285750" indent="-285750">
              <a:buFont typeface="Arial"/>
              <a:buChar char="•"/>
            </a:pPr>
            <a:r>
              <a:rPr lang="es" sz="1200" dirty="0" err="1">
                <a:latin typeface="Times New Roman"/>
                <a:cs typeface="Times New Roman"/>
              </a:rPr>
              <a:t>O’Connell</a:t>
            </a:r>
            <a:r>
              <a:rPr lang="es" sz="1200" dirty="0">
                <a:latin typeface="Times New Roman"/>
                <a:cs typeface="Times New Roman"/>
              </a:rPr>
              <a:t>, J. (2021, 21 abril). </a:t>
            </a:r>
            <a:r>
              <a:rPr lang="es" sz="1200" dirty="0" err="1">
                <a:latin typeface="Times New Roman"/>
                <a:cs typeface="Times New Roman"/>
              </a:rPr>
              <a:t>Tripteron</a:t>
            </a:r>
            <a:r>
              <a:rPr lang="es" sz="1200" dirty="0">
                <a:latin typeface="Times New Roman"/>
                <a:cs typeface="Times New Roman"/>
              </a:rPr>
              <a:t> 3D </a:t>
            </a:r>
            <a:r>
              <a:rPr lang="es" sz="1200" dirty="0" err="1">
                <a:latin typeface="Times New Roman"/>
                <a:cs typeface="Times New Roman"/>
              </a:rPr>
              <a:t>Printer</a:t>
            </a:r>
            <a:r>
              <a:rPr lang="es" sz="1200" dirty="0">
                <a:latin typeface="Times New Roman"/>
                <a:cs typeface="Times New Roman"/>
              </a:rPr>
              <a:t>: </a:t>
            </a:r>
            <a:r>
              <a:rPr lang="es" sz="1200" dirty="0" err="1">
                <a:latin typeface="Times New Roman"/>
                <a:cs typeface="Times New Roman"/>
              </a:rPr>
              <a:t>All</a:t>
            </a:r>
            <a:r>
              <a:rPr lang="es" sz="1200" dirty="0">
                <a:latin typeface="Times New Roman"/>
                <a:cs typeface="Times New Roman"/>
              </a:rPr>
              <a:t> </a:t>
            </a:r>
            <a:r>
              <a:rPr lang="es" sz="1200" dirty="0" err="1">
                <a:latin typeface="Times New Roman"/>
                <a:cs typeface="Times New Roman"/>
              </a:rPr>
              <a:t>You</a:t>
            </a:r>
            <a:r>
              <a:rPr lang="es" sz="1200" dirty="0">
                <a:latin typeface="Times New Roman"/>
                <a:cs typeface="Times New Roman"/>
              </a:rPr>
              <a:t> </a:t>
            </a:r>
            <a:r>
              <a:rPr lang="es" sz="1200" dirty="0" err="1">
                <a:latin typeface="Times New Roman"/>
                <a:cs typeface="Times New Roman"/>
              </a:rPr>
              <a:t>Need</a:t>
            </a:r>
            <a:r>
              <a:rPr lang="es" sz="1200" dirty="0">
                <a:latin typeface="Times New Roman"/>
                <a:cs typeface="Times New Roman"/>
              </a:rPr>
              <a:t> </a:t>
            </a:r>
            <a:r>
              <a:rPr lang="es" sz="1200" dirty="0" err="1">
                <a:latin typeface="Times New Roman"/>
                <a:cs typeface="Times New Roman"/>
              </a:rPr>
              <a:t>to</a:t>
            </a:r>
            <a:r>
              <a:rPr lang="es" sz="1200" dirty="0">
                <a:latin typeface="Times New Roman"/>
                <a:cs typeface="Times New Roman"/>
              </a:rPr>
              <a:t> </a:t>
            </a:r>
            <a:r>
              <a:rPr lang="es" sz="1200" dirty="0" err="1">
                <a:latin typeface="Times New Roman"/>
                <a:cs typeface="Times New Roman"/>
              </a:rPr>
              <a:t>Know</a:t>
            </a:r>
            <a:r>
              <a:rPr lang="es" sz="1200" dirty="0">
                <a:latin typeface="Times New Roman"/>
                <a:cs typeface="Times New Roman"/>
              </a:rPr>
              <a:t>. All3DP. </a:t>
            </a:r>
            <a:r>
              <a:rPr lang="es" sz="1200" dirty="0">
                <a:latin typeface="Times New Roman"/>
                <a:cs typeface="Times New Roman"/>
                <a:hlinkClick r:id="rId2"/>
              </a:rPr>
              <a:t>https://all3dp.com/2/tripteron-3d-printer-simply-explained/</a:t>
            </a:r>
            <a:endParaRPr lang="es-ES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5917898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(4:3)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Atlas</vt:lpstr>
      <vt:lpstr>Concepto de la Máquina Ruteadora</vt:lpstr>
      <vt:lpstr>¿QUÉ TIPO DE MÁQUINA USAREMOS?</vt:lpstr>
      <vt:lpstr>Propuestas Individuales</vt:lpstr>
      <vt:lpstr>Propuestas individuales</vt:lpstr>
      <vt:lpstr>Propuestas individuales</vt:lpstr>
      <vt:lpstr>Propuestas individuales</vt:lpstr>
      <vt:lpstr>PROPUESTAS INDIVIDUALES</vt:lpstr>
      <vt:lpstr>PROPUESTA QUE SE CONSTRUIRÁ: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/>
  <cp:revision>67</cp:revision>
  <dcterms:created xsi:type="dcterms:W3CDTF">2024-02-05T23:15:26Z</dcterms:created>
  <dcterms:modified xsi:type="dcterms:W3CDTF">2024-02-12T04:43:24Z</dcterms:modified>
</cp:coreProperties>
</file>